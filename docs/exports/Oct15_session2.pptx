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deck a couple of minutes before the session starts: R takes about a minute to load in the browser, after which every live cell runs in a few seconds.</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(Oct15_session2_materials.docx): Hand out the findings pack (Oct15_session2_findings.docx), one per participant.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(Oct15_session2_materials.docx): Hand out the brief template (Oct15_session2_brief_template.docx), one per pair.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three or four headlines from the room. The check is a word search, so it can be fooled: a sentence can contain “900” and still mislead. Use it to start the discussion, not to settle it.</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room. If a pair is stuck, ask them to write the recommendation first and work back to the headline.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(Oct15_session2_materials.docx): Hand out the peer-critique sheet (pack page 1), one per pair.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draft passes five checks and misses the cost overrun, which is the point to draw out. The word search misreads some phrasing (for example “customers did not benefit” contains “customers benefit”): say so if it happens, and let the room judge.</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(Oct15_session2_materials.docx): Hand out the AI draft (pack page 2), one per group; they edit it on paper before you run the checker.</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(Oct15_session2_materials.docx): Hand out the take-away cards (pack page 3). Give a minute to fill in “On my desk” on the card, then take two or three examples from the room.</a:t>
            </a:r>
          </a:p>
          <a:p/>
          <a:p>
            <a:r>
              <a:t>span.MJX_Assistive_MathML {</a:t>
            </a:r>
          </a:p>
          <a:p>
            <a:r>
              <a:t>position:absolute!important;</a:t>
            </a:r>
          </a:p>
          <a:p>
            <a:r>
              <a:t>clip: rect(1px, 1px, 1px, 1px);</a:t>
            </a:r>
          </a:p>
          <a:p>
            <a:r>
              <a:t>padding: 1px 0 0 0!important;</a:t>
            </a:r>
          </a:p>
          <a:p>
            <a:r>
              <a:t>border: 0!important;</a:t>
            </a:r>
          </a:p>
          <a:p>
            <a:r>
              <a:t>height: 1px!important;</a:t>
            </a:r>
          </a:p>
          <a:p>
            <a:r>
              <a:t>width: 1px!important;</a:t>
            </a:r>
          </a:p>
          <a:p>
            <a:r>
              <a:t>overflow: hidden!important;</a:t>
            </a:r>
          </a:p>
          <a:p>
            <a:r>
              <a:t>display:block!important;</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Findings to Policy</dc:title>
  <dc:subject/>
  <dc:creator>3ie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