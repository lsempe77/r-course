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 minutes (0:00 to 0:05). Hook and first vote.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(Oct15_session1_materials.docx): Hand out the rating sheet (pack pages 1 and 2, printed back to back, one per participant). Everyone circles a “Before reading” vote on the back as well as voting on Menti.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 minutes (0:05 to 0:15). Everyone reads and rates the executive summary alone.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Paper: Hand out the report (Oct15_session1_report.docx, one per participant). Ask everyone to keep it face down until you say go.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 minutes (0:15 to 0:20). Recap of yesterday’s checklist and the rating scale; keep it brisk.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40 minutes (0:20 to 1:00). 20 minutes of reading in pairs, then 20 minutes of debrief, about 3 minutes per slide. In the debrief, ask for a show of colours before each reveal.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At 15 minutes, give a five-minute warning. Pairs who finish early compare their executive-summary colour with their Results colour.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click, ask the room to read each row with its interval. Point out that 1,014 and 1,000 reach the bar only at the point estimate; the RCT interval runs down to 935. Then reveal. Ask: which rule should the authority use, the point estimate or the whole interval?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 minutes (1:00 to 1:10). Second vote, the decisive problem, the strengths.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(Oct15_session1_materials.docx): Participants circle their “At the end” vote and answer the three questions on the back of the rating sheet (pack page 2).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15 minutes (1:10 to 1:25). Groups run the prompt, compare with the example, then see the better prompt.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(Oct15_session1_materials.docx): Hand out the AI Snapshot (pack page 3, one per group). Groups paste the downloaded report into their AI tool with the prompt.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 minutes (1:25 to 1:30). Take-away card and the “On my desk” minute.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(Oct15_session1_materials.docx): Hand out the take-away cards (pack page 4, cut). Give a minute to fill in “On my desk” on the card, then take two or three examples from the room.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This Evidence Credible?</dc:title>
  <dc:subject/>
  <dc:creator>3ie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