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deck a couple of minutes before the session starts: R and its statistics package take about a minute to load in the browser, after which every live cell runs in a few seconds. A show of hands is enough if the Menti is not running. What matters is that the room is on record before the analyst speaks.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(Oct14_session3_materials.docx): Hand out the eight question slips (pack page 1, cut, one set per group) to sort into strong and weak.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the strong questions are no harder to ask; the difference is that they need a fact to answer. Section 4 shows the analyst producing those facts.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 group asks one of the questions in section 4, jump to that slide and run it: the analyst answers with the data. Questions without a prepared slide get a spoken answer, or an honest “we did not check”.</a:t>
            </a:r>
          </a:p>
          <a:p>
            <a:r>
              <a:t>Paper (Oct14_session3_materials.docx): Hand out the QA checklist (Oct14_session3_qa_checklist.docx) and one clinic record sheet per group (pack page 2).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(Oct14_session3_materials.docx): Hand out the AI prompt card (pack page 3, one per group).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(Oct14_session3_materials.docx): Hand out the take-away cards (pack page 4). Give a minute to fill in “On my desk” on the card, then take two or three examples from the room.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Interrogate the Analyst</dc:title>
  <dc:subject/>
  <dc:creator>3ie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