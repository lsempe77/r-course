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deck a couple of minutes before the session starts: R and its statistics package take about a minute to load in the browser, after which every live cell runs in a few seconds. A show of hands is enough if the Menti is not running. What matters is that the room is on record before the analyst speaks.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(Oct14_session3_materials.docx): Hand out the eight question slips (pack page 1, cut, one set per group) to sort into strong and weak.</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strong questions are no harder to ask; the difference is that they need a fact to answer. Section 4 shows the analyst producing those facts.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group asks one of the questions in section 4, jump to that slide and run it: the analyst answers with the data. Questions without a prepared slide get a spoken answer, or an honest “we did not check”.</a:t>
            </a:r>
          </a:p>
          <a:p>
            <a:r>
              <a:t>Paper (Oct14_session3_materials.docx): Hand out the QA checklist (Oct14_session3_qa_checklist.docx) and one clinic record sheet per group (pack page 2).</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as the bridge into the analyst’s answers. Only the randomised comparison survives all five. Every other method is as good as the assumption behind one slider, which is why the clinic keeps asking which assumption would flip the result. Ask the room which slider the GreenWaste evaluation is most exposed to; the next slides show what the data can and cannot say.</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(Oct14_session3_materials.docx): Hand out the AI prompt card (pack page 3, one per group).</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(Oct14_session3_materials.docx): Hand out the take-away cards (pack page 4). Give a minute to fill in “On my desk” on the card, then take two or three examples from the room.</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Interrogate the Analyst</dc:title>
  <dc:subject/>
  <dc:creator>3ie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