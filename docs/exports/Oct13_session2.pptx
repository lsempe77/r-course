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 minutes, recall only. Open the deck a couple of minutes before the session: R and its statistics package take about a minute to load in the browser, after which every live cell runs in a few seconds.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predictions in one vote: the direction of the rule and the sign of the effect. Keep the result on screen and point back to it on the next chart.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two rows aloud. offered and took_part are shares: 1 means every business on that side, 0 means none.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earlier version of this deck made this mistake and reported -249. Module 1 used the offered neighbourhoods only.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back at the previous chart: the step is the gap between the two clouds of dots at the dashed line.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(Oct13_session2_materials.docx): Before pressing Run, hand out the jump cards (pack pages 1-4, four different cards A-D; neighbouring pairs get different cards). Pairs average six businesses on each side and subtract. Write every pair’s jump on the flipchart (they range from about -170 to -1,260), ask why they differ, then press Run: the regression uses the 773 businesses within two points.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interval is wide because only 773 businesses sit within 2 points. Check 1 shows how the answer moves with that choice.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(Oct13_session2_materials.docx): Hand out the four-checks scorecard (pack page 5, one per group). Groups mark each check as you run it, starting with check 0 (who is compared) from Section 1.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5 minutes, before the four checks. The first two sliders break with-and-without, and the middle one breaks DiD; RDD stays on -900 for both, because neither changes suddenly at 58. The last slider is this method’s one assumption: if something else changes at the cut-off, the jump is not only the programme. Check 3 finds exactly that in the real data: manager age jumps at 58.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(Oct13_session2_materials.docx): Hand out the AI handout (pack page 6, one per group).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Optional. If time is short, skip to the next slide. If you run it, ask what the AI missed, what it added that is worth keeping, and whether anything was wrong.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(Oct13_session2_materials.docx): Hand out the take-away cards (pack page 7). Give a minute to fill in “On my desk” on the card, then take two or three examples from the room.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1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a Regression Discontinuity Result</dc:title>
  <dc:subject/>
  <dc:creator>3ie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