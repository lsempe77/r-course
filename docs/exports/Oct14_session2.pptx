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(Oct14_session2_materials.docx): Hand out the six pairs tracker (pack page 1, one per participant). They fill in a row after each pair. The three predictions are at the bottom of the same sheet.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the vote, then ask one person from each answer what the sentence would say.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as written first: 1300 reproduces figure B. Then change start to 0 and run, then 1400. The costs never change; only the frame around them does.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answer: figure B asks the reader to judge the gap from the drawing instead of the number.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(Oct14_session2_materials.docx): the first prediction on the tracker (pack page 1).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mean tells you where a group sits on average. It cannot tell you how many of them sit somewhere else. The reverse figure: 11.9% of the comparison group paid less than the enrolled average.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(Oct14_session2_materials.docx): the second prediction on the tracker (pack page 1); everyone writes “close” or “far apart” before you run it.</a:t>
            </a:r>
          </a:p>
          <a:p>
            <a:r>
              <a:t>Expected: about -51.5% pooled and about -35.6% averaged. The next slide explains the gap: the pooled figure weights each segment by its collisions; the average gives every segment equal weight, so small bases pull it around.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analyst need not have been careless: the level comparison is the easiest one to draw.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(Oct14_session2_materials.docx): the third prediction on the tracker (pack page 1).</a:t>
            </a:r>
          </a:p>
          <a:p>
            <a:r>
              <a:t>Run at 0.05 (3,365), then 0 (4,080: the undiscounted line), then 0.10 (2,812), then 0.24: the total falls to about 1,807, level with the cost. The answer to the question is about 24%, the flip rate from this morning’s session.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missing: the two rounds are pooled, so the chart says nothing about change, and there is no comparison between the arms.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(Oct14_session2_materials.docx): Hand out the AI Snapshot sheet (pack page 2, one per group). It has both figures, the prompt and the response.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(Oct14_session2_materials.docx): the better prompt and the two habits are at the bottom of the AI Snapshot sheet (pack page 2). Groups run the better prompt and compare.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(Oct14_session2_materials.docx): Hand out the take-away cards (pack page 3, one per participant, cut). Give a minute to write two questions for the clinic on the card.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Can You Read? What Might Be Wrong?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