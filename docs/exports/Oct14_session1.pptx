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2 minutes. Open the deck a couple of minutes before the session starts: R and its statistics package take about a minute to load in the browser, after which every live cell runs in a few seconds.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most pick “something else first”, ask two people what, write it up, and come back to it at the three questions.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(Oct14_session1_materials.docx): Hand out “What went into the ratio” (pack page 1, one per group). Groups keep it: they paste the table into AI later.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at the base case (5%, 5 years): ratio 1.87. Do not move the sliders yet; the next two slides move one at a time.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Cards for the partner to print (one per group): (1) businesses drift back to old habits, saving shrinks 30% a year; (2) set-up and admin add 600 AED per business; (3) the ministry of finance insists on 8%; (4) the saving lasts three years; (5) all of 1 and 2 together. About 10 minutes including report-back.</a:t>
            </a:r>
          </a:p>
          <a:p>
            <a:r>
              <a:t>Paper (Oct14_session1_materials.docx): Hand out the scenario cards (pack page 2, cut, one card per group) and a recording sheet per group (page 3). Ratios for each card are in the facilitator key.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(Oct14_session1_materials.docx): Groups paste the table from their “What went into the ratio” handout; both prompts are printed on it.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Re-run the opening approval poll now (“On a ratio of 1.87, what would you do?”) and compare with the first vote. Ask someone who moved what moved them: it is usually the horizon or the missing costs.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(Oct14_session1_materials.docx): Hand out the take-away cards (pack page 4). Give a minute to fill in “On my desk” on the card, then take two or three examples from the room.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 It Worth It? Reading a Cost-Benefit Result</dc:title>
  <dc:subject/>
  <dc:creator>3ie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