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timing: about 8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live cells start loading in the background while you talk (about 10 s).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timing: about 15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head() shows the first rows of a data file. Read one row aloud in plain words: “segment 1 in sector 1, a suburban arterial, in 2019, in a camera sector, had 10 injury collisions.”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two or three answers. The design document says cameras went first to the sectors with the worst safety record. Note it and move on: it matters for the “compared to what?” question at the end, and Session 3 takes it further.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timing: about 12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the vote open. We look at the results again at the end of the session.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timing: about 20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lm_robust with clusters = segment_id counts each road once rather than twice, because the same segment appears in 2019 and 2021. Session 3 returns to why this matters. Vocabulary recap from Session 1: the standard error is how much the estimate would move from sample to sample; the p-value is how surprising the result would be if nothing had changed; the confidence interval is the range of plausible values.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timing: about 15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(Oct12_session2_materials.docx): Hand out the “AI Snapshot” sheet (pack page 2, one per pair). Pairs photograph the chart on the printed sheet and attach it to the prompt.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Pairs use the sheet from the AI Snapshot slide: they photograph the chart on the printed sheet and attach the photo to each prompt.</a:t>
            </a:r>
          </a:p>
          <a:p>
            <a:r>
              <a:t>~7 min for groups to run both prompts, ~3 min to take answers. Listen for: the second answer asks what happened on roads without cameras, and whether traffic changed.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timing: about 10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answers: a national safety campaign, new vehicles, fewer trips during 2020, road works, police patrols. For comparisons, steer the room towards “roads that did not get cameras over the same years”.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timing: about 10 minutes.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(Oct12_session2_materials.docx): Hand out the “Annotate this output” sheet (pack page 1, one per participant).</a:t>
            </a:r>
          </a:p>
          <a:p>
            <a:r>
              <a:t>Four minutes. Question 4 carries into Session 3.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(Oct12_session2_materials.docx): Hand out the take-away cards (pack page 3, one per participant, cut into cards).</a:t>
            </a:r>
          </a:p>
          <a:p>
            <a:r>
              <a:t>Give one minute for everyone to fill in the “On my desk” line on their card.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Do the Numbers Say? Reading an Evaluation Output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