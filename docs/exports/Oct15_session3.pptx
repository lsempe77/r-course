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5 minutes.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for 120 minutes with three teams: opening 5, Part 1 30 (10 of slides, 20 of work), Part 2 45 (10 of slides, 30 of work, 5 of break), pitches 30 (5 of set-up, 3 teams at 8 minutes), close 10. More than three teams: cut each pitch to 3 minutes plus 2 of feedback, or Part 2 to 25 minutes.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minutes: 10 of slides, then 20 of working time.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(Oct15_session3_materials.docx): Hand out the Evaluation Design Update (pack pages 1 to 3), one per team. Teams start on Part 1 (pack page 1).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45 minutes: 10 of slides, 30 of working time, then the 5-minute break.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(Oct15_session3_materials.docx): Teams turn to Part 2 of the Design Update (pack page 2).</a:t>
            </a:r>
          </a:p>
          <a:p>
            <a:r>
              <a:t>At 15 minutes, stop the room for the checkpoint: each team reads out its counterfactual sentence. If a sentence does not name who the comparison group is, say so and move on.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(Oct15_session3_materials.docx): Hand out the AI prompt cards (pack page 4), one per team. This runs inside the Part 2 working time; one team member runs it while the others keep drafting.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minutes: 5 of set-up, then three teams at 5 minutes of pitch and 3 of feedback.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(Oct15_session3_materials.docx): Teams turn to Part 3 of the Design Update (pack page 3) to plan the pitch.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question is a check: if the room cannot say the design back in one sentence, the pitch did not land. That is useful feedback.</a:t>
            </a:r>
          </a:p>
          <a:p>
            <a:r>
              <a:t>Paper (Oct15_session3_materials.docx): Hand out the feedback slips (pack page 5), one slip per participant for each other team. Call time at 5:00; feedback in the fixed order.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10 minutes.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(Oct15_session3_materials.docx): Hand out the take-away cards (pack page 6), one per participant. Give a minute to fill in the card’s last line (the first evaluation decision at your desk), then take two or three examples on the thank-you slide.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Your Own Evaluation</dc:title>
  <dc:subject/>
  <dc:creator>3ie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